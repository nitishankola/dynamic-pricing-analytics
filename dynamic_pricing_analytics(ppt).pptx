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Fashion</c:v>
                </c:pt>
                <c:pt idx="2">
                  <c:v>Home &amp; Garden</c:v>
                </c:pt>
                <c:pt idx="3">
                  <c:v>Sports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3500</c:v>
                </c:pt>
                <c:pt idx="1">
                  <c:v>2800</c:v>
                </c:pt>
                <c:pt idx="2">
                  <c:v>1900</c:v>
                </c:pt>
                <c:pt idx="3">
                  <c:v>1200</c:v>
                </c:pt>
                <c:pt idx="4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9-4DDE-AD51-A8EE50125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Category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Revenue (₹ 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06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7751" y="1038225"/>
            <a:ext cx="540849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Pricing</a:t>
            </a:r>
            <a:endParaRPr lang="en-US" sz="5400" dirty="0"/>
          </a:p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67751" y="2562225"/>
            <a:ext cx="54084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Revenue Optimization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0" y="3171825"/>
            <a:ext cx="1143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67751" y="3495675"/>
            <a:ext cx="5408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Nitish Kumar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67751" y="3838575"/>
            <a:ext cx="54084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8,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</a:t>
            </a:r>
            <a:endParaRPr lang="en-US" sz="2700" dirty="0"/>
          </a:p>
        </p:txBody>
      </p:sp>
      <p:pic>
        <p:nvPicPr>
          <p:cNvPr id="3" name="Image 0" descr="/tmp/rasterized-gradient-f368b1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70657"/>
            <a:ext cx="8382000" cy="3202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950" y="1313557"/>
            <a:ext cx="78695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2950" y="1808857"/>
            <a:ext cx="786955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revenue vary widely across products — pricing is not aligned to demand patterns, stock levels, or competitive dynamics.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42950" y="2586038"/>
            <a:ext cx="7715250" cy="9525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2950" y="2824163"/>
            <a:ext cx="78695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2950" y="3281363"/>
            <a:ext cx="786955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</a:t>
            </a: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dynamic pricing model</a:t>
            </a:r>
            <a:r>
              <a:rPr lang="en-US" sz="13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increase revenue while maintaining healthy profit margins.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49685"/>
            <a:ext cx="4038600" cy="1219200"/>
          </a:xfrm>
          <a:prstGeom prst="roundRect">
            <a:avLst>
              <a:gd name="adj" fmla="val 625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4924" y="1278285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4924" y="1811685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of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24400" y="1049685"/>
            <a:ext cx="4038600" cy="1219200"/>
          </a:xfrm>
          <a:prstGeom prst="roundRect">
            <a:avLst>
              <a:gd name="adj" fmla="val 62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8324" y="1278285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SKU-Day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78324" y="1811685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Granularity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2497485"/>
            <a:ext cx="8382000" cy="1177230"/>
          </a:xfrm>
          <a:prstGeom prst="roundRect">
            <a:avLst>
              <a:gd name="adj" fmla="val 647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76418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Variables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1000" y="3865215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Dataset contains intentional nulls and outliers for EDA practice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864965"/>
            <a:ext cx="1585020" cy="1413421"/>
          </a:xfrm>
          <a:prstGeom prst="roundRect">
            <a:avLst>
              <a:gd name="adj" fmla="val 5391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0554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9017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588865"/>
            <a:ext cx="1228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889796"/>
            <a:ext cx="1228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80320" y="1864965"/>
            <a:ext cx="1585020" cy="1413421"/>
          </a:xfrm>
          <a:prstGeom prst="roundRect">
            <a:avLst>
              <a:gd name="adj" fmla="val 5391"/>
            </a:avLst>
          </a:prstGeom>
          <a:solidFill>
            <a:srgbClr val="2563A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70820" y="20554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08337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70820" y="2588865"/>
            <a:ext cx="1228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70820" y="2889796"/>
            <a:ext cx="1228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79639" y="1864965"/>
            <a:ext cx="1585020" cy="1413421"/>
          </a:xfrm>
          <a:prstGeom prst="roundRect">
            <a:avLst>
              <a:gd name="adj" fmla="val 539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0139" y="20554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07656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0139" y="2588865"/>
            <a:ext cx="1228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0139" y="2889796"/>
            <a:ext cx="1228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Log-log regression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78959" y="1864965"/>
            <a:ext cx="1585020" cy="1413421"/>
          </a:xfrm>
          <a:prstGeom prst="roundRect">
            <a:avLst>
              <a:gd name="adj" fmla="val 5391"/>
            </a:avLst>
          </a:prstGeom>
          <a:solidFill>
            <a:srgbClr val="2563A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69459" y="20554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06976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459" y="2588865"/>
            <a:ext cx="1228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459" y="2889796"/>
            <a:ext cx="1228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optimization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278" y="1864965"/>
            <a:ext cx="1585020" cy="1413421"/>
          </a:xfrm>
          <a:prstGeom prst="roundRect">
            <a:avLst>
              <a:gd name="adj" fmla="val 5391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68778" y="20554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06295" y="21126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68778" y="2588865"/>
            <a:ext cx="1228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68778" y="2889796"/>
            <a:ext cx="1228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plan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EDA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90613"/>
            <a:ext cx="3561457" cy="885825"/>
          </a:xfrm>
          <a:prstGeom prst="roundRect">
            <a:avLst>
              <a:gd name="adj" fmla="val 860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090613"/>
            <a:ext cx="0" cy="88582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319213"/>
            <a:ext cx="3205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Distribution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547813"/>
            <a:ext cx="3205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categories drive 65% of total revenue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128838"/>
            <a:ext cx="3561457" cy="885825"/>
          </a:xfrm>
          <a:prstGeom prst="roundRect">
            <a:avLst>
              <a:gd name="adj" fmla="val 860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128838"/>
            <a:ext cx="0" cy="885825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357438"/>
            <a:ext cx="3205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Issues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2586038"/>
            <a:ext cx="3205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of SKUs priced below cost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3167063"/>
            <a:ext cx="3561457" cy="885825"/>
          </a:xfrm>
          <a:prstGeom prst="roundRect">
            <a:avLst>
              <a:gd name="adj" fmla="val 860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167063"/>
            <a:ext cx="0" cy="885825"/>
          </a:xfrm>
          <a:prstGeom prst="line">
            <a:avLst/>
          </a:prstGeom>
          <a:noFill/>
          <a:ln w="381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395663"/>
            <a:ext cx="3205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624263"/>
            <a:ext cx="3205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 missing: 18%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618708" y="2438400"/>
            <a:ext cx="1691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32957" y="835521"/>
          <a:ext cx="4630043" cy="3472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Elasticity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651718"/>
            <a:ext cx="8382000" cy="2552700"/>
          </a:xfrm>
          <a:prstGeom prst="roundRect">
            <a:avLst>
              <a:gd name="adj" fmla="val 298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34829" y="1794718"/>
            <a:ext cx="1911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Elasticity Table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50381" y="3394918"/>
            <a:ext cx="1324421" cy="1097012"/>
          </a:xfrm>
          <a:prstGeom prst="roundRect">
            <a:avLst>
              <a:gd name="adj" fmla="val 694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70309" y="3585418"/>
            <a:ext cx="8845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|ε| &gt;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70309" y="3943499"/>
            <a:ext cx="884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Demand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70309" y="4154835"/>
            <a:ext cx="8845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79603" y="3394918"/>
            <a:ext cx="1414016" cy="1097012"/>
          </a:xfrm>
          <a:prstGeom prst="roundRect">
            <a:avLst>
              <a:gd name="adj" fmla="val 6946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8635" y="3585418"/>
            <a:ext cx="975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|ε| &lt;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8635" y="3943499"/>
            <a:ext cx="9759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Inelastic Demand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98635" y="4154835"/>
            <a:ext cx="975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tolerant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880318"/>
          <a:ext cx="6858000" cy="20955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Elasticity (ε)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Electronics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-1.45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Highly elastic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Fashion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-0.82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Inelastic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Home &amp; Garden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-1.23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Elastic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-0.65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Inelastic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Beauty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-1.91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Very elastic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Recommendations</a:t>
            </a:r>
            <a:endParaRPr lang="en-US" sz="2700" dirty="0"/>
          </a:p>
        </p:txBody>
      </p:sp>
      <p:pic>
        <p:nvPicPr>
          <p:cNvPr id="3" name="Image 0" descr="/tmp/rasterized-gradient-be1a4f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81050"/>
            <a:ext cx="8382000" cy="22096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00" y="10858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SKU A - Premium Electronics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7700" y="1725811"/>
            <a:ext cx="20079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7700" y="1923901"/>
            <a:ext cx="20079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₹2,499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073450" y="2028676"/>
            <a:ext cx="381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454450" y="2014389"/>
            <a:ext cx="5715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4450" y="2062014"/>
            <a:ext cx="5715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3025" y="1990576"/>
            <a:ext cx="0" cy="9525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11650" y="1725811"/>
            <a:ext cx="20079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Price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11650" y="1923901"/>
            <a:ext cx="20079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₹2,699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84999" y="1543050"/>
            <a:ext cx="2311450" cy="990451"/>
          </a:xfrm>
          <a:prstGeom prst="roundRect">
            <a:avLst>
              <a:gd name="adj" fmla="val 5770"/>
            </a:avLst>
          </a:prstGeom>
          <a:solidFill>
            <a:srgbClr val="16A085">
              <a:alpha val="30000"/>
            </a:srgbClr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36764" y="1752600"/>
            <a:ext cx="20079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Impact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36764" y="1950690"/>
            <a:ext cx="200792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+8.2%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81000" y="3219301"/>
            <a:ext cx="8382000" cy="11430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9575" y="3219301"/>
            <a:ext cx="0" cy="11430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6750" y="3486001"/>
            <a:ext cx="80250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Implementation Plan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66750" y="3867001"/>
            <a:ext cx="8025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optimized pricing on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SKUs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</a:t>
            </a:r>
            <a:r>
              <a:rPr lang="en-US" sz="11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A/B test</a:t>
            </a:r>
            <a:r>
              <a:rPr lang="en-US" sz="11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validate model performance in real market conditions.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Business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7180" y="947737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Revenue Improvement</a:t>
            </a:r>
            <a:endParaRPr lang="en-US" sz="1500" dirty="0"/>
          </a:p>
        </p:txBody>
      </p:sp>
      <p:pic>
        <p:nvPicPr>
          <p:cNvPr id="4" name="Image 0" descr="/tmp/rasterized-gradient-05e3af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87" y="1328738"/>
            <a:ext cx="2778026" cy="12800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21551" y="1557338"/>
            <a:ext cx="19008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7–10%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621551" y="2166938"/>
            <a:ext cx="19008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simulation results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2951708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Considerations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1000" y="3370808"/>
            <a:ext cx="2717750" cy="862905"/>
          </a:xfrm>
          <a:prstGeom prst="roundRect">
            <a:avLst>
              <a:gd name="adj" fmla="val 662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81000" y="3385096"/>
            <a:ext cx="2717750" cy="0"/>
          </a:xfrm>
          <a:prstGeom prst="line">
            <a:avLst/>
          </a:prstGeom>
          <a:noFill/>
          <a:ln w="28575">
            <a:solidFill>
              <a:srgbClr val="0F4C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2450" y="3608933"/>
            <a:ext cx="2422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Guardrails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2450" y="3852714"/>
            <a:ext cx="2422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minimum profit margins are maintained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13050" y="3370808"/>
            <a:ext cx="2717750" cy="862905"/>
          </a:xfrm>
          <a:prstGeom prst="roundRect">
            <a:avLst>
              <a:gd name="adj" fmla="val 662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213050" y="3385096"/>
            <a:ext cx="2717750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4500" y="3608933"/>
            <a:ext cx="2422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Fairness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84500" y="3852714"/>
            <a:ext cx="2422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extreme price volatility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45101" y="3370808"/>
            <a:ext cx="2717899" cy="862905"/>
          </a:xfrm>
          <a:prstGeom prst="roundRect">
            <a:avLst>
              <a:gd name="adj" fmla="val 662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045101" y="3385096"/>
            <a:ext cx="2717899" cy="0"/>
          </a:xfrm>
          <a:prstGeom prst="line">
            <a:avLst/>
          </a:prstGeom>
          <a:noFill/>
          <a:ln w="28575">
            <a:solidFill>
              <a:srgbClr val="2563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6551" y="3608933"/>
            <a:ext cx="24224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Constraints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16551" y="3852714"/>
            <a:ext cx="2422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pricing with stock availability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6770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3052" y="129346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989707"/>
            <a:ext cx="7620000" cy="927646"/>
          </a:xfrm>
          <a:prstGeom prst="roundRect">
            <a:avLst>
              <a:gd name="adj" fmla="val 821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162050" y="989707"/>
            <a:ext cx="0" cy="927646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218307"/>
            <a:ext cx="73449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A/B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88728"/>
            <a:ext cx="73449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controlled experiment on pilot SKUs to measure real-world performance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28585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3052" y="2411611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107853"/>
            <a:ext cx="7620000" cy="927646"/>
          </a:xfrm>
          <a:prstGeom prst="roundRect">
            <a:avLst>
              <a:gd name="adj" fmla="val 821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162050" y="2107853"/>
            <a:ext cx="0" cy="92764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36453"/>
            <a:ext cx="73449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Refine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873"/>
            <a:ext cx="73449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revenue uplift and update elasticity estimates monthly based on new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40399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2563A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3052" y="3529757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225998"/>
            <a:ext cx="7620000" cy="927646"/>
          </a:xfrm>
          <a:prstGeom prst="roundRect">
            <a:avLst>
              <a:gd name="adj" fmla="val 821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162050" y="3225998"/>
            <a:ext cx="0" cy="927646"/>
          </a:xfrm>
          <a:prstGeom prst="line">
            <a:avLst/>
          </a:prstGeom>
          <a:noFill/>
          <a:ln w="381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454598"/>
            <a:ext cx="73449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725019"/>
            <a:ext cx="73449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daily automated price recommendations if validation confirms model accuracy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Analytics | Nitish Kumar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9058" y="1019175"/>
            <a:ext cx="29258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09058" y="1819275"/>
            <a:ext cx="29258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95750" y="2581275"/>
            <a:ext cx="9525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37743" y="3057525"/>
            <a:ext cx="2868513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97678" y="3324225"/>
            <a:ext cx="21486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97678" y="3590925"/>
            <a:ext cx="2148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ankolanitish@gmail.com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Dynamic Pricing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Pricing Analytics</dc:title>
  <dc:subject>PptxGenJS Presentation</dc:subject>
  <dc:creator>Nitish Kumar</dc:creator>
  <cp:lastModifiedBy>Nitish Kumar</cp:lastModifiedBy>
  <cp:revision>2</cp:revision>
  <dcterms:created xsi:type="dcterms:W3CDTF">2025-12-18T10:19:48Z</dcterms:created>
  <dcterms:modified xsi:type="dcterms:W3CDTF">2025-12-18T10:27:08Z</dcterms:modified>
</cp:coreProperties>
</file>